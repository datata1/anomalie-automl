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F4E79"/>
                </a:solidFill>
              </a:rPr>
              <a:t>AutoML für Anomaliedetection</a:t>
            </a:r>
          </a:p>
          <a:p>
            <a:r>
              <a:rPr sz="2000">
                <a:solidFill>
                  <a:srgbClr val="333333"/>
                </a:solidFill>
              </a:rPr>
              <a:t>Die Methoden — was sie sind &amp; wie sie funktionieren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Überblick: Grundprinzip &amp; Landkarte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Anomaliedetection (AD): lerne den Normalzustand, markiere Abweichungen.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Typen: *univariat* (einzelner Wert), *multivariat* (Struktur), *zeitlich* (Dynamik).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3 Settings: unsupervised · semi-supervised · supervised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4 AutoML-Strategien: HPO · Frameworks · Meta-Learning/Selektion · Ensembling</a:t>
            </a:r>
          </a:p>
        </p:txBody>
      </p:sp>
      <p:pic>
        <p:nvPicPr>
          <p:cNvPr id="4" name="Picture 3" descr="methoden_rendered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291840"/>
            <a:ext cx="1718571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Statistische Baseline (Z-Score / PCA)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</a:rPr>
              <a:t>• Was: einfachste sinnvolle Referenz — beschreibe Normalität mit Statistik.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</a:rPr>
              <a:t>• Wie: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</a:rPr>
              <a:t>• Z-Score (univariat): z_i = (x_i - \mu_i)/\sigma_i; Anomalie, wenn |z_i| &gt; 3.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</a:rPr>
              <a:t>• PCA-Reconstruction (multivariat): projiziere in den Gutdaten-Unterraum und zurück;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</a:rPr>
              <a:t>• Score = \lVert x - \hat{x}\rVert^2 (großer Rekonstruktionsfehler = Anomalie).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</a:rPr>
              <a:t>• Threshold: 3σ-Regel oder Quantil der Gutdaten-Scores.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</a:rPr>
              <a:t>• Einsatz: Vergleichsanker — zeigt, wie viel die komplexeren Methoden zusätzlich bringen.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Isolation 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Was: Anomalien sind „few &amp; different" → leichter zu isolieren.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Wie: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Wald aus *Isolation Trees* mit zufälligen Feature-/Schwellwert-Splits.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Score aus mittlerer Pfadlänge h(x): s = 2^{-\,E[h(x)]/c(n)} (nahe 1 = Anomalie).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Wenige Hyperparameter, robust, schnell → starke Default-Baseline.</a:t>
            </a:r>
          </a:p>
        </p:txBody>
      </p:sp>
      <p:pic>
        <p:nvPicPr>
          <p:cNvPr id="4" name="Picture 3" descr="methoden_rendered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291840"/>
            <a:ext cx="5752866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One-Class SVM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Was: finde eine Grenze, die möglichst viele Gutdaten einschließt.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Wie: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Trenne die Daten mit maximalem Abstand vom Ursprung (Kernel, meist RBF).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Alles außerhalb der Grenze = Anomalie.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Parameter \nu \in (0,1]: obere Schranke für den Ausreißeranteil; \gamma: Kernelbreite.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Sehr HP-sensitiv (\nu, \gamma) → Paradebeispiel für HPO; teuer (O(n^2)) → Subsampling.</a:t>
            </a:r>
          </a:p>
        </p:txBody>
      </p:sp>
      <p:pic>
        <p:nvPicPr>
          <p:cNvPr id="4" name="Picture 3" descr="methoden_rendered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291840"/>
            <a:ext cx="15299473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Autoencoder &amp; LSTM-Autoencoder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Was: neuronales Netz, das seinen Input rekonstruiert; schlechte Rekonstruktion = Anomalie.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Wie: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Training nur auf Gutdaten → Normalverhalten wird gut, Anomalien schlecht rekonstruiert.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LSTM-AE: Input = Zeit*fenster* → erfasst die Dynamik (z. B. langsame Drifts).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Threshold: Quantil der Rekonstruktionsfehler auf Gutdaten.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Einsatz: LSTM-AE erreichte ~0.99 ROC-AUC auf dem Drift-Fehler IDV 13.</a:t>
            </a:r>
          </a:p>
        </p:txBody>
      </p:sp>
      <p:pic>
        <p:nvPicPr>
          <p:cNvPr id="4" name="Picture 3" descr="methoden_rendered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291840"/>
            <a:ext cx="4181856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Deep SVDD &amp; DeepSAD (semi-supervised)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Was: Deep-Learning-Variante der One-Class-Idee.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Wie: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Deep SVDD (unüberwacht): bilde Gutdaten möglichst nah an ein Zentrum c ab; Score =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Abstand zum Zentrum.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DeepSAD (semi-supervised): wenige gelabelte Anomalien werden vom Zentrum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weggedrückt → großer Sprung (im Projekt 0.985 vs. 0.834 mit nur wenigen Labels).</a:t>
            </a:r>
          </a:p>
        </p:txBody>
      </p:sp>
      <p:pic>
        <p:nvPicPr>
          <p:cNvPr id="4" name="Picture 3" descr="methoden_rendered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291840"/>
            <a:ext cx="11053364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Self-Organizing Map (SOM)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Was: topologie-erhaltende 2D-Karte des Normalzustands (kompetitives Lernen).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Wie: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Gitter aus Neuronen (Gewichtsvektoren) ordnet sich der Datenstruktur an.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Score = mittlere Distanz eines Punktes zu seinen k nächsten Neuronen.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Rauschreduktion: selten getroffene Neuronen entfernen.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Bonus: anschauliche U-Matrix-Visualisierung.</a:t>
            </a:r>
          </a:p>
        </p:txBody>
      </p:sp>
      <p:pic>
        <p:nvPicPr>
          <p:cNvPr id="4" name="Picture 3" descr="methoden_rendered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291840"/>
            <a:ext cx="33906941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Random-Forest-Fehlerklassifikation (supervised)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</a:rPr>
              <a:t>• Was: kein AD, sondern direkte Klassifikation — wenn viele Labels vorliegen.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</a:rPr>
              <a:t>• Wie: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</a:rPr>
              <a:t>• Viele Entscheidungsbäume (Bagging + Feature-Subsampling), Mehrheitsentscheidung.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</a:rPr>
              <a:t>• Klassen: kein Fehler / Fehler 1 / … / Fehler 20.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</a:rPr>
              <a:t>• Liefert zusätzlich Diagnose (welcher Fehler), nicht nur „Anomalie ja/nein".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</a:rPr>
              <a:t>• Kontrast: schlägt unüberwachte AD bei vielen Labels — erkennt aber nur bekannte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</a:rPr>
              <a:t>• Fehler und braucht teure Labels.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AutoML — Überblick (CASH)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Was: automatisiere die ML-Pipeline statt Hand-Tuning.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Begriffe: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HPO: beste Hyperparameter für ein Modell.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CASH: Modell und Hyperparameter gemeinsam wählen.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Suchraum: float/int/kategorisch/hierarchisch → keine Gradienten möglich.</a:t>
            </a:r>
          </a:p>
        </p:txBody>
      </p:sp>
      <p:pic>
        <p:nvPicPr>
          <p:cNvPr id="4" name="Picture 3" descr="methoden_rendered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291840"/>
            <a:ext cx="51206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Strategie 1: HPO / Bayesian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Was: intelligente Suche statt Raster-/Zufallssuche.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Wie: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Surrogate (GP / Random Forest / TPE) schätzt Kosten je Konfiguration billig.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Acquisition (z. B. Expected Improvement) balanciert Exploration/Exploitation.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Tools: Optuna, SMAC.</a:t>
            </a:r>
          </a:p>
        </p:txBody>
      </p:sp>
      <p:pic>
        <p:nvPicPr>
          <p:cNvPr id="4" name="Picture 3" descr="methoden_rendered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291840"/>
            <a:ext cx="34848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Multi-Fidelity: Successive Halving / Hyperband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Was: verschwende kein Budget an aussichtslose Konfigurationen.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Wie: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Budget = Daten-Subsample oder Trainings-Epochen.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Hyperband balanciert viele-billig vs. wenige-teuer; BOHB = Hyperband + Bayesian Opt.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Im Projekt: Hyperband prunt aussichtslose Trials → effizienter bei gleicher Qualität.</a:t>
            </a:r>
          </a:p>
        </p:txBody>
      </p:sp>
      <p:pic>
        <p:nvPicPr>
          <p:cNvPr id="4" name="Picture 3" descr="methoden_rendered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291840"/>
            <a:ext cx="45620247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Strategie 2: Fertige AutoML-Frameworks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</a:rPr>
              <a:t>• Was: End-to-End-CASH „aus der Box" (v. a. überwacht).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</a:rPr>
              <a:t>• Wie / Bausteine: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</a:rPr>
              <a:t>• Meta-Learning Warm-Start → Bayesian Optimization → Ensemble Selection.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</a:rPr>
              <a:t>• Tools: auto-sklearn, AutoGluon, FLAML (im Projekt genutzt — py3.13-tauglich).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</a:rPr>
              <a:t>• Gut für Standard-(überwachte)-Probleme; lösen nicht das unüberwachte AD-Selektionsproblem.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</a:rPr>
              <a:t>• Befund: RF ≈ FLAML ≈ AutoGluon auf der TEP-Klassifikation (kein klarer Gewinner).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Strategie 3: Meta-Learning &amp; Selektion OHNE Labels 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Kernproblem: unüberwacht fehlt das Gütesignal zur Modellwahl.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Wege: interne Metriken (EM/MV, SIREOS), Konsens/Centrality, MetaOD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(lernt aus Performance auf vielen Benchmarks via Meta-Features).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Befund: label-frei (0.854) ≈ Oracle (0.855).</a:t>
            </a:r>
          </a:p>
        </p:txBody>
      </p:sp>
      <p:pic>
        <p:nvPicPr>
          <p:cNvPr id="4" name="Picture 3" descr="methoden_rendered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291840"/>
            <a:ext cx="9157349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Strategie 4: Ensembling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Was: kombiniere mehrere Detektoren statt *einen* besten zu wählen.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Wie: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Score-Normalisierung (Z-Score) → Average/Maximum (label-frei) oder Ensemble Selection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(greedy, label-basiert) bzw. Feature Bagging (Diversität).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Umgeht das Selektionsproblem teilweise; robust nahe am besten Einzeldetektor.</a:t>
            </a:r>
          </a:p>
        </p:txBody>
      </p:sp>
      <p:pic>
        <p:nvPicPr>
          <p:cNvPr id="4" name="Picture 3" descr="methoden_rendered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291840"/>
            <a:ext cx="1090919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Zusammenfassung: Methode × Einsatz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AutoML-Klammer: HPO · Multi-Fidelity · Frameworks · Meta-Learning/Selektion · Ensembling.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• Kernaussage: Modellselektion ohne Labels funktioniert auf TEP nahezu wie mit Labels.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37744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/>
                        <a:t>Methode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Typ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Stärke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/>
                        <a:t>Z-Score / PCA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uni-/multivar.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einfach, schnell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/>
                        <a:t>Isolation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multivariat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robuste Baseline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/>
                        <a:t>One-Class 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multivariat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flexible Grenze (HPO!)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/>
                        <a:t>Autoencoder / LSTM-AE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(zeitlich)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nichtlinear / Dynamik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/>
                        <a:t>Deep SVDD / DeepSAD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un-/semi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multivariat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wenige Labels helfen stark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/>
                        <a:t>SOM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multivariat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Visualisierung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/>
                        <a:t>RF-Klassifikation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sup.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Diagnose, Vergleichspol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