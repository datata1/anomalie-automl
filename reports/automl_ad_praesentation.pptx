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4E79"/>
                </a:solidFill>
              </a:rPr>
              <a:t>AutoML für Anomaliedetection in der Prozessindustrie</a:t>
            </a:r>
          </a:p>
          <a:p>
            <a:r>
              <a:rPr sz="2000">
                <a:solidFill>
                  <a:srgbClr val="404040"/>
                </a:solidFill>
              </a:rPr>
              <a:t>Tennessee Eastman Process (TEP) — Methoden, Strategien &amp; Ergebnisse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Motivation: Prozessüberwachung → AD → AutoML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Prozessüberwachung erkennt Fehler/ineffiziente Zustände aus Sensordaten (Predictive Maintenance).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Anomaliedetection (AD): lerne Normalverhalten, markiere Abweichungen — univariat, multivariat, zeitlich.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AutoML automatisiert Modellwahl, Hyperparameter, Vorverarbeitung (CASH).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Frage: Wie nutzt man AutoML für AD — besonders, wenn Labels fehlen?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Datensatz &amp; EDA: Tennessee Eastman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52 Features (41 Messungen xmeas, 11 Stellgrößen xmv), 20 Fehlertypen.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Zeitreihe je Lauf; im Test setzt der Fehler erst ab Sample 161 ein (Onset).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Starke Sensor-Korrelationen; Fehlertypen in 2D (PCA) teils separierbar.</a:t>
            </a:r>
          </a:p>
        </p:txBody>
      </p:sp>
      <p:pic>
        <p:nvPicPr>
          <p:cNvPr id="4" name="Picture 3" descr="00_eda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2870903" cy="2514600"/>
          </a:xfrm>
          <a:prstGeom prst="rect">
            <a:avLst/>
          </a:prstGeom>
        </p:spPr>
      </p:pic>
      <p:pic>
        <p:nvPicPr>
          <p:cNvPr id="5" name="Picture 4" descr="00_eda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86200"/>
            <a:ext cx="290625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Aufgabe: 3 Settings × 4 AutoML-Strategien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Settings: unsupervised AD, semi-supervised, supervised Klassifikation.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Strategien: (1) HPO, (2) fertige Frameworks, (3) Meta-Learning/Selektion, (4) Ensembling.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Kernproblem: im unüberwachten Fall fehlen Labels zur Modellselektion/HPO.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TEP-Labels dienen als Oracle-Obergrenze zum Vergleich.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Evaluationsprotokoll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Split nach simulationRun (kein Leakage); Scaler nur auf Gutdaten.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Onset-korrektes Label: faultNumber≠0 ≠ jede Zeile anomal (erst ab Sample 161).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Metriken: ROC-AUC, PR-AUC, F1 (threshold-frei) + Detection-Delay, False-Alarm-Rate.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Score-Konvention: höher = anomaler; Threshold via Kontaminations-Quantil.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Baselines: unüberwachte Detektoren (Defaults)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PyOD-Detektoren nur auf Gutdaten trainiert; ROC-AUC 0.78–0.855.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Score springt exakt am Fehler-Onset über den Threshold (rechts).</a:t>
            </a:r>
          </a:p>
        </p:txBody>
      </p:sp>
      <p:pic>
        <p:nvPicPr>
          <p:cNvPr id="4" name="Picture 3" descr="summary_defaults_roc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3376908" cy="2514600"/>
          </a:xfrm>
          <a:prstGeom prst="rect">
            <a:avLst/>
          </a:prstGeom>
        </p:spPr>
      </p:pic>
      <p:pic>
        <p:nvPicPr>
          <p:cNvPr id="5" name="Picture 4" descr="01_baselines_timeseries_faul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86200"/>
            <a:ext cx="567851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Strategie 1: HPO (Bayesian Optimization)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Optuna/TPE tunt Detektoren gegen ein test-disjunktes Val-Set.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Gewinn vs. Default moderat (starke Bibliotheks-Defaults).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Trial-Verteilung: viele Configs sind schlecht — HPO findet zuverlässig gute.</a:t>
            </a:r>
          </a:p>
        </p:txBody>
      </p:sp>
      <p:pic>
        <p:nvPicPr>
          <p:cNvPr id="4" name="Picture 3" descr="02_hpo_default_vs_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3229708" cy="2514600"/>
          </a:xfrm>
          <a:prstGeom prst="rect">
            <a:avLst/>
          </a:prstGeom>
        </p:spPr>
      </p:pic>
      <p:pic>
        <p:nvPicPr>
          <p:cNvPr id="5" name="Picture 4" descr="02_hpo_ocsvm_tria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86200"/>
            <a:ext cx="721933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Multi-Fidelity: Random vs. BO vs. Hyperband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Budget = Trainings-Subsample; Hyperband prunt aussichtslose Trials früh.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Vergleichbare Qualität, aber effizienter (mehr Configs pro Budget).</a:t>
            </a:r>
          </a:p>
        </p:txBody>
      </p:sp>
      <p:pic>
        <p:nvPicPr>
          <p:cNvPr id="4" name="Picture 3" descr="08_multifidelity_best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3229708" cy="2514600"/>
          </a:xfrm>
          <a:prstGeom prst="rect">
            <a:avLst/>
          </a:prstGeom>
        </p:spPr>
      </p:pic>
      <p:pic>
        <p:nvPicPr>
          <p:cNvPr id="5" name="Picture 4" descr="08_multifidelity_elap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86200"/>
            <a:ext cx="3200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Strategie 4: Ensembling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Score-Normalisierung + Aggregation (Mittelwert/Max), label-frei.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Robust nahe am besten Einzeldetektor; Feature Bagging &amp; greedy Selection ergänzt.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Umgeht das Selektionsproblem teilweise.</a:t>
            </a:r>
          </a:p>
        </p:txBody>
      </p:sp>
      <p:pic>
        <p:nvPicPr>
          <p:cNvPr id="4" name="Picture 3" descr="04_ensemble_vs_indiv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3249483" cy="2514600"/>
          </a:xfrm>
          <a:prstGeom prst="rect">
            <a:avLst/>
          </a:prstGeom>
        </p:spPr>
      </p:pic>
      <p:pic>
        <p:nvPicPr>
          <p:cNvPr id="5" name="Picture 4" descr="10_ensemble_s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86200"/>
            <a:ext cx="2857723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★ Strategie 3: Modellselektion OHNE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Kernproblem: kein Gütesignal ohne Labels.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Label-freie Konsens-/interne Selektion (SIREOS) ≈ Oracle (0.854 vs 0.855).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Aussage: AutoML-für-AD wählt auf TEP fast optimal — ohne Labels.</a:t>
            </a:r>
          </a:p>
        </p:txBody>
      </p:sp>
      <p:pic>
        <p:nvPicPr>
          <p:cNvPr id="4" name="Picture 3" descr="09_internal_vs_consensus_vs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2999014" cy="2514600"/>
          </a:xfrm>
          <a:prstGeom prst="rect">
            <a:avLst/>
          </a:prstGeom>
        </p:spPr>
      </p:pic>
      <p:pic>
        <p:nvPicPr>
          <p:cNvPr id="5" name="Picture 4" descr="summary_label_free_vs_ora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86200"/>
            <a:ext cx="2837247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Strategie 2: Frameworks &amp; Klassifikation vs. 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FLAML (CASH) vs. Random Forest vs. AutoGluon (isoliert, py3.12).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Mit vielen Labels schlägt Klassifikation die unüberwachte AD …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… erkennt aber nur BEKANNTE Fehler; AD generalisiert auf neue.</a:t>
            </a:r>
          </a:p>
        </p:txBody>
      </p:sp>
      <p:pic>
        <p:nvPicPr>
          <p:cNvPr id="4" name="Picture 3" descr="03_classification_vs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2827642" cy="2514600"/>
          </a:xfrm>
          <a:prstGeom prst="rect">
            <a:avLst/>
          </a:prstGeom>
        </p:spPr>
      </p:pic>
      <p:pic>
        <p:nvPicPr>
          <p:cNvPr id="5" name="Picture 4" descr="12_framewo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886200"/>
            <a:ext cx="328246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Zeitliche AD: LSTM-Autoencoder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Trainiert auf Gutdaten-Sequenzen; Score = Rekonstruktionsfehler eines Fensters.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ROC-AUC ~0.99 inkl. Drift-Fehler IDV 13 — Dynamik schlägt punktweise klar.</a:t>
            </a:r>
          </a:p>
        </p:txBody>
      </p:sp>
      <p:pic>
        <p:nvPicPr>
          <p:cNvPr id="4" name="Picture 3" descr="05_lstm_ae_timeseries_fault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6400800" cy="29194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Semi-supervised: DeepSAD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Deep SVDD (0 Labels) vs. DeepSAD (wenige gelabelte Anomalien).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DeepSAD 0.985 vs. Deep SVDD 0.834 — wenige Labels bringen großen Sprung.</a:t>
            </a:r>
          </a:p>
        </p:txBody>
      </p:sp>
      <p:pic>
        <p:nvPicPr>
          <p:cNvPr id="4" name="Picture 3" descr="06_deepsad_vs_deepsv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6400800" cy="58896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Per-Fault-Deep-Dive: Welche Methode fängt welchen Fehler?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Leichte Fehler (1/2/6/13): alle hoch. Schwere (3/9/15): alle niedrig.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Komplementarität: Fehler 4 nur von ocsvm/pca/AE/som erkannt — Motivation für Ensembles.</a:t>
            </a:r>
          </a:p>
        </p:txBody>
      </p:sp>
      <p:pic>
        <p:nvPicPr>
          <p:cNvPr id="4" name="Picture 3" descr="11_per_faul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6400800" cy="52850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Gesamtergebnis: AutoML-Strategien im Vergleich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roc_auc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pr_auc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f1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ecod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ocsvm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0.863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autoencoder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deep_svdd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0.858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hpo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select_internal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0.863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select_oracle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ocsvm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0.862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4630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Label-frei (select_internal) ≈ Oracle (select_oracle). HPO-Gewinn moderat; Ensemble robust.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Diskussion: Warum diese Ergebnisse? Limitationen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Absolute AD-Zahlen durch harte Fehler (3/9/15) gedeckelt — Durchschnittseffekt.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Starke Defaults → HPO-Gewinn klein; Subsampling/moderate Budgets für Tempo.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AutoGluon/auto-sklearn: unter Python 3.13 nicht installierbar (numpy 2.x/pandas 3.x);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  AutoGluon daher in separatem py3.12-venv benchmarkt — löst aber nur das ÜBERWACHTE Problem.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Interne Metriken korrelieren generell oft schwach; echtes MetaOD scheiterte (py3.13).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Fazit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Kernaussage: AutoML kann AD-Modelle auch ohne Labels nahezu optimal auswählen.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Zeitmodelle (LSTM-AE) und wenige Labels (DeepSAD) bringen die größten Sprünge.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Besser machbar: fault-aware Ensembles/Routing, Zeitfenster für alle Detektoren,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  größere HPO-Budgets, bessere interne Metriken, mehr Seeds/Volldaten, echtes MetaOD.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</a:rPr>
              <a:t>• Sauberes, reproduzierbares Example-Projekt (uv, marimo, PyOD-Interface, CI, Tests).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